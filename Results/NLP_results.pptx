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1384-9B0C-4804-56A8-78F710606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FF027-7995-AF26-E015-8D11762B7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1B73-5E59-5F62-E4AA-A8FC1E6A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F0C4D-E8D1-6635-978A-20B80E93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9BFB-75AE-559C-B8D7-7279C2BB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07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2DE4-34D5-D16F-AF43-CFBDD17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5A3B-5B97-2DB3-1CF7-2799933C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FE4F-FC2A-F987-F6F2-5A7A4F68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18147-8288-D64B-CBCB-BA8660D9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5E18-E9A5-FEAE-FE56-8C9D71DA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3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3CE7-BE1F-9D8A-03C0-D85AA8F4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613AD-199F-6317-AA0A-1F642402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E369-8CDF-C29B-9E10-041DADBC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2D48-B52D-04A1-0209-DC8E5679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6FE5-05E8-2572-593D-B1AF4888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54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C886-74AE-359C-353E-AE044641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17035-B5A5-3630-15ED-D63B19159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CFD63-0892-1C5B-5E3B-013E3E39D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23493-E76D-8493-7DAA-73AACA4C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D03BA-86DA-DBFB-93C2-A7343AF6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B838C-C702-167D-F28F-47D426C5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44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3278-4FEC-A6E3-47F3-10CCF64F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6E878-1EAB-DBEC-38BA-DAB3A372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D3EFB-0CA0-8AB4-D5CF-A62D47CB6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2B93D-0EE3-E985-389F-5A0CB788C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645E4-0570-86F8-C8FA-DBFB8E1A1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14448-178B-7678-B16E-0B233435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97E75-BA6A-4BB4-B776-A139B25F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5AA55-143F-7E99-226C-63A1FD7D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48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A19C-18F8-B34C-CFAE-A921F138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94A91-9579-4B56-1F7C-CF8590E9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F02A2-4136-4DEB-3138-28B2778B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59E73-0BAC-0AFA-190A-0D1543AE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8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23C84-CB88-B88E-0B58-FD09A064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907C2-4D24-77FE-5D61-C2929B65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42A90-0A96-9B9F-6B00-F92F00DE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84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34B9-6A53-B36E-1DAE-3E7D2040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7634-CC8D-8FB6-5C54-2E03F0F23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18A36-E741-F3EA-E519-D7B1EFBEA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8DAA-38A8-0A42-6149-20A400DE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9F49E-00E5-6666-CF40-89C5A8DB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89A31-FE9A-6152-22F9-D13F792E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61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7045-E267-BC84-6736-2DFDC01E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74740-5FC7-C983-5971-51BFA4436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206DC-999C-1645-98B9-41C73DB5B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4D5A-A29F-E415-5223-EE836805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CBCD5-3F84-9D99-7035-3478D689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A614F-A558-54CD-7D27-3D8E73A5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88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FA52-137C-395B-2833-8FD4A8F4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26AF4-8125-330D-CE5B-3942E719E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A0E0-BFFC-E27F-5DB8-3206B543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2B1B9-D8FE-3B25-ABAF-5C2E72FF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C9D7F-58CC-7090-9550-736CA6DE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7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B9CF5-E6A3-6720-377C-EF35F262F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9390B-DA4E-3ED8-AC34-10D29149C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C3EB-584A-C09B-F751-3468BD74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5AF62-12B1-D37D-C6FD-D8183559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059A3-ED40-11AA-118B-AA262F28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60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9B5D4-9175-9E24-3BEA-05762B96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CDE2-D7A6-B151-3EEE-C1F5A0749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863F2-59EC-FA2B-25E4-B9C0F4756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D8B29-802D-49DE-87B7-C8705C45C766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A4D1-0200-057D-4E22-B69E28049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DAB0D-E6E6-5384-5D6D-E47233E7C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DD990-E68E-4E42-814F-6139CF53F7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04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6691-CEBC-198E-CEFD-C534AE259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168" y="1385742"/>
            <a:ext cx="10026977" cy="3517196"/>
          </a:xfrm>
        </p:spPr>
        <p:txBody>
          <a:bodyPr>
            <a:noAutofit/>
          </a:bodyPr>
          <a:lstStyle/>
          <a:p>
            <a:r>
              <a:rPr lang="en-US" sz="4000" dirty="0"/>
              <a:t>Design and Implement an AI-Powered System that leverages NLP to detect Adverse Drug </a:t>
            </a:r>
            <a:r>
              <a:rPr lang="en-IN" sz="4000" dirty="0"/>
              <a:t>Events(ADE)</a:t>
            </a:r>
            <a:br>
              <a:rPr lang="en-IN" sz="4000" dirty="0"/>
            </a:b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3DDF-3329-BB56-060E-BAD266DCD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677" y="4195926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AADITH 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6888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726A-2489-FC15-CE63-4A79BBD9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D1CDC-2FD4-D94B-366C-142E9A47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Vaccine pharmacovigilance relies on manual review of millions of free-text adverse event reports — a slow, error-prone process.</a:t>
            </a:r>
          </a:p>
          <a:p>
            <a:r>
              <a:rPr lang="en-US" dirty="0"/>
              <a:t>Natural Language Processing can automate extraction of Adverse Drug Events (ADEs) from clinical narratives at scale.</a:t>
            </a:r>
          </a:p>
          <a:p>
            <a:r>
              <a:rPr lang="en-US" dirty="0"/>
              <a:t>VAERS contains 200K+ reports annually  a rich but largely unstructured data source requiring intelligent NLP-based processing.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77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6ED1-6D1D-D060-4AA5-DAFA2B3E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B89F-7EDC-5EE7-A478-0B6BA639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Free-text VAERS reports contain critical safety signals buried in unstructured narratives  existing systems miss subtle ADE mentions.</a:t>
            </a:r>
          </a:p>
          <a:p>
            <a:r>
              <a:rPr lang="en-US" dirty="0"/>
              <a:t>Manual severity triage of adverse events is subjective, inconsistent, and does not scale to large report volumes.</a:t>
            </a:r>
          </a:p>
          <a:p>
            <a:r>
              <a:rPr lang="en-US" dirty="0"/>
              <a:t>No existing pipeline jointly performs ADE/Drug extraction via NER and hierarchical severity classification in an end-to-end manner.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95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8F09-0599-D64F-6AAF-EDEF19F5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B7A3A-1FBA-AC3C-DFE7-6C853E808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build an end-to-end NLP pipeline that automatically extracts Adverse Drug Event and Drug entities from VAERS reports using </a:t>
            </a:r>
            <a:r>
              <a:rPr lang="en-US" dirty="0" err="1"/>
              <a:t>BioBERT</a:t>
            </a:r>
            <a:r>
              <a:rPr lang="en-US" dirty="0"/>
              <a:t>-based NER with weak supervision, and classifies report severity into mild, moderate, or severe using a two-stage hierarchical classifier fine-tuned with </a:t>
            </a:r>
            <a:r>
              <a:rPr lang="en-US" dirty="0" err="1"/>
              <a:t>QLoRA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78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ED65-34DF-7F16-DBDF-2087EBAE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FB26C-DD57-9733-E5DF-E3619213B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VAERS (Vaccine Adverse Event Reporting System) — publicly available from CDC/FDA.</a:t>
            </a:r>
          </a:p>
          <a:p>
            <a:r>
              <a:rPr lang="en-US" dirty="0"/>
              <a:t>Coverage: 2020–2025, three files per year — VAERSDATA, VAERSSYMPTOMS, VAERSVAX — merged on VAERS_ID.</a:t>
            </a:r>
          </a:p>
          <a:p>
            <a:r>
              <a:rPr lang="en-US" dirty="0"/>
              <a:t>Scale: 200K+ records after preprocessing — free-text SYMPTOM_TEXT field is the primary NLP input.</a:t>
            </a:r>
          </a:p>
          <a:p>
            <a:r>
              <a:rPr lang="en-US" dirty="0"/>
              <a:t>Annotation: Small gold dataset manually annotated in BIO-tag format (B-ADE, I-ADE, B-DRUG, I-DRUG, O); 250K records weakly labeled using the trained NER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32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F0EF-E61F-EDC3-36F4-BEC31174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941" y="72895"/>
            <a:ext cx="7740192" cy="41729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148010-268F-BFD7-86AF-5A3516A4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136" y="517064"/>
            <a:ext cx="3648173" cy="6341466"/>
          </a:xfrm>
        </p:spPr>
      </p:pic>
    </p:spTree>
    <p:extLst>
      <p:ext uri="{BB962C8B-B14F-4D97-AF65-F5344CB8AC3E}">
        <p14:creationId xmlns:p14="http://schemas.microsoft.com/office/powerpoint/2010/main" val="83366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0679-F843-D2FA-1B73-9D33F6D0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Results(</a:t>
            </a:r>
            <a:r>
              <a:rPr lang="en-IN" dirty="0"/>
              <a:t>NER Performance Table)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7355E3-DCB9-FFBC-BDEF-88555038F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363931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/>
              <a:tblGrid>
                <a:gridCol w="2628900">
                  <a:extLst>
                    <a:ext uri="{9D8B030D-6E8A-4147-A177-3AD203B41FA5}">
                      <a16:colId xmlns:a16="http://schemas.microsoft.com/office/drawing/2014/main" val="30626223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140028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62951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5705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11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34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Drug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0.79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78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09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0DBE-7A83-F90A-9A29-2C775852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Level-1: mild vs non-mild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CF1903-12B8-13A2-1F2C-EBE16493D3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277095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/>
              <a:tblGrid>
                <a:gridCol w="2628900">
                  <a:extLst>
                    <a:ext uri="{9D8B030D-6E8A-4147-A177-3AD203B41FA5}">
                      <a16:colId xmlns:a16="http://schemas.microsoft.com/office/drawing/2014/main" val="9414974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910544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572620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7988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337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51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Non-mild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36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5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9C5BB-24B6-7EEC-3D95-AE07BF7D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Level-2: moderate vs severe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A42E8D-AF93-B7D2-12AF-4B722919B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350595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/>
              <a:tblGrid>
                <a:gridCol w="2628900">
                  <a:extLst>
                    <a:ext uri="{9D8B030D-6E8A-4147-A177-3AD203B41FA5}">
                      <a16:colId xmlns:a16="http://schemas.microsoft.com/office/drawing/2014/main" val="41954845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54375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455264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999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08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09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31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66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DA29-B0ED-0FF7-C59C-A874B4DC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21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55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331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Design and Implement an AI-Powered System that leverages NLP to detect Adverse Drug Events(ADE)  </vt:lpstr>
      <vt:lpstr>Introduction</vt:lpstr>
      <vt:lpstr>Problem Statement</vt:lpstr>
      <vt:lpstr>Objective</vt:lpstr>
      <vt:lpstr>Dataset Description</vt:lpstr>
      <vt:lpstr>Methodology</vt:lpstr>
      <vt:lpstr>Results(NER Performance Table)</vt:lpstr>
      <vt:lpstr>Level-1: mild vs non-mild</vt:lpstr>
      <vt:lpstr>Level-2: moderate vs severe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Aadith prakash</dc:creator>
  <cp:lastModifiedBy>Aadith prakash</cp:lastModifiedBy>
  <cp:revision>2</cp:revision>
  <dcterms:created xsi:type="dcterms:W3CDTF">2026-04-23T09:08:06Z</dcterms:created>
  <dcterms:modified xsi:type="dcterms:W3CDTF">2026-04-23T11:33:25Z</dcterms:modified>
</cp:coreProperties>
</file>